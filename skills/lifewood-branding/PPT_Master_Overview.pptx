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62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lwlogo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127" y="914400"/>
            <a:ext cx="2377440" cy="43226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solidFill>
            <a:srgbClr val="13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52847" y="1737360"/>
            <a:ext cx="2286000" cy="381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6372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5EEDB"/>
                </a:solidFill>
                <a:latin typeface="Manrope"/>
                <a:ea typeface="Manrope"/>
                <a:sym typeface="Manrope"/>
              </a:rPr>
              <a:t>PPT &amp; PDF Master Engine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B347"/>
                </a:solidFill>
                <a:latin typeface="Manrope"/>
                <a:ea typeface="Manrope"/>
                <a:sym typeface="Manrope"/>
              </a:rPr>
              <a:t>Lifewood System Architecture &amp; Guidelines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047" y="4206240"/>
            <a:ext cx="3657600" cy="12700"/>
          </a:xfrm>
          <a:prstGeom prst="rect">
            <a:avLst/>
          </a:prstGeom>
          <a:solidFill>
            <a:srgbClr val="F5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EEDB"/>
                </a:solidFill>
                <a:latin typeface="Manrope"/>
                <a:ea typeface="Manrope"/>
                <a:sym typeface="Manrope"/>
              </a:rPr>
              <a:t>Prepared by: Lifewood PH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106372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EEDB"/>
                </a:solidFill>
                <a:latin typeface="Manrope"/>
                <a:ea typeface="Manrope"/>
                <a:sym typeface="Manrope"/>
              </a:rPr>
              <a:t>Date: July 24,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 descr="lwlogo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365596"/>
            <a:ext cx="1645920" cy="29900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4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46241"/>
                </a:solidFill>
                <a:latin typeface="Manrope"/>
                <a:ea typeface="Manrope"/>
                <a:sym typeface="Manrope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2743200" cy="381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103628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36576" cy="9144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347"/>
                </a:solidFill>
                <a:latin typeface="Manrope"/>
                <a:ea typeface="Manrope"/>
                <a:sym typeface="Manrop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99971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33020"/>
                </a:solidFill>
                <a:latin typeface="Manrope"/>
                <a:ea typeface="Manrope"/>
                <a:sym typeface="Manrope"/>
              </a:rP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03628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36576" cy="9144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347"/>
                </a:solidFill>
                <a:latin typeface="Manrope"/>
                <a:ea typeface="Manrope"/>
                <a:sym typeface="Manrop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99971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33020"/>
                </a:solidFill>
                <a:latin typeface="Manrope"/>
                <a:ea typeface="Manrope"/>
                <a:sym typeface="Manrope"/>
              </a:rPr>
              <a:t>Multi-Vector Intake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20"/>
            <a:ext cx="103628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20"/>
            <a:ext cx="36576" cy="9144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347"/>
                </a:solidFill>
                <a:latin typeface="Manrope"/>
                <a:ea typeface="Manrope"/>
                <a:sym typeface="Manrop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89120"/>
            <a:ext cx="99971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33020"/>
                </a:solidFill>
                <a:latin typeface="Manrope"/>
                <a:ea typeface="Manrope"/>
                <a:sym typeface="Manrope"/>
              </a:rPr>
              <a:t>Anti-Slop 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133020"/>
                </a:solidFill>
                <a:latin typeface="Manrope"/>
                <a:ea typeface="Manrope"/>
                <a:sym typeface="Manrope"/>
              </a:rPr>
              <a:t>Page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lwlogo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365596"/>
            <a:ext cx="1645920" cy="29900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46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530352"/>
            <a:ext cx="502920" cy="50292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303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nrope"/>
                <a:ea typeface="Manrope"/>
                <a:sym typeface="Manrop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75488"/>
            <a:ext cx="9722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46241"/>
                </a:solidFill>
                <a:latin typeface="Manrope"/>
                <a:ea typeface="Manrope"/>
                <a:sym typeface="Manrope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914400"/>
            <a:ext cx="97228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33020"/>
                </a:solidFill>
                <a:latin typeface="Manrope"/>
                <a:ea typeface="Manrope"/>
                <a:sym typeface="Manrope"/>
              </a:rPr>
              <a:t>Section 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73152" cy="73152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1045433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33020"/>
                </a:solidFill>
                <a:latin typeface="Manrope"/>
                <a:ea typeface="Manrope"/>
                <a:sym typeface="Manrope"/>
              </a:rPr>
              <a:t>Multi-Vector Ingestion: Codebases, Web URLs, Briefs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48840"/>
            <a:ext cx="73152" cy="73152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75688"/>
            <a:ext cx="1045433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33020"/>
                </a:solidFill>
                <a:latin typeface="Manrope"/>
                <a:ea typeface="Manrope"/>
                <a:sym typeface="Manrope"/>
              </a:rPr>
              <a:t>4-Voice Council Decision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806440"/>
            <a:ext cx="10637215" cy="6350"/>
          </a:xfrm>
          <a:prstGeom prst="rect">
            <a:avLst/>
          </a:prstGeom>
          <a:solidFill>
            <a:srgbClr val="13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133020"/>
                </a:solidFill>
                <a:latin typeface="Manrope"/>
                <a:ea typeface="Manrope"/>
                <a:sym typeface="Manrope"/>
              </a:rPr>
              <a:t>Page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